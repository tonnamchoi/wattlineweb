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58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C569816-A4A5-939D-9A4C-06F4EECAE328}"/>
              </a:ext>
            </a:extLst>
          </p:cNvPr>
          <p:cNvSpPr txBox="1"/>
          <p:nvPr userDrawn="1"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70C0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70C0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E7AF5-413C-5106-264D-A0D1044148D8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7B238-AEA9-4AFC-3133-0C3EC16026EB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31244B-1857-D7E8-38E4-A1916B0630A2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EEC5A6-CC89-CF90-3644-90685F8631CD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A05238-47BD-47A2-9C82-E4CF5A5A6C87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37A20-ADEA-71CE-C1A7-DBC1E53D2F79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BF6A72-410A-B516-E4EB-6E7CA9E5B465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411DD4-1D42-C8F0-0235-B6B654426D0F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F52479-DAAE-D816-BA28-F7AB9081A314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2BEA9-CD4F-696A-FDB3-3614B3E0A754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2B952-6F78-13B1-48FB-BFFD3EF26040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BBCC3-CFC7-3A7B-B468-2086DA208652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1B51D9-42EF-0478-ED55-A8AFA3545900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935CBE-3067-446A-4DDD-76097B187F02}"/>
              </a:ext>
            </a:extLst>
          </p:cNvPr>
          <p:cNvSpPr txBox="1"/>
          <p:nvPr/>
        </p:nvSpPr>
        <p:spPr>
          <a:xfrm>
            <a:off x="14833600" y="8715949"/>
            <a:ext cx="12954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rgbClr val="002B6D"/>
                </a:solidFill>
                <a:latin typeface="(1) 양평군체 L" panose="02020603020101020101" pitchFamily="18" charset="-127"/>
                <a:ea typeface="(1) 양평군체 L" panose="02020603020101020101" pitchFamily="18" charset="-127"/>
              </a:rPr>
              <a:t>WattCalc</a:t>
            </a:r>
            <a:endParaRPr lang="ko-KR" altLang="en-US" sz="1200" b="1" dirty="0">
              <a:solidFill>
                <a:srgbClr val="002B6D"/>
              </a:solidFill>
              <a:latin typeface="(1) 양평군체 L" panose="02020603020101020101" pitchFamily="18" charset="-127"/>
              <a:ea typeface="(1) 양평군체 L" panose="0202060302010102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사용자 지정</PresentationFormat>
  <Paragraphs>14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(1) 양평군체 L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cheolho choi</cp:lastModifiedBy>
  <cp:revision>2</cp:revision>
  <dcterms:created xsi:type="dcterms:W3CDTF">2006-08-16T00:00:00Z</dcterms:created>
  <dcterms:modified xsi:type="dcterms:W3CDTF">2026-09-16T06:04:35Z</dcterms:modified>
</cp:coreProperties>
</file>